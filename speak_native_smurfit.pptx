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linkedin.com/in/drdesryan/" TargetMode="Externa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speak_native_smurfit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am I?</a:t>
            </a:r>
          </a:p>
        </p:txBody>
      </p:sp>
      <p:pic>
        <p:nvPicPr>
          <p:cNvPr descr="images/des_linkedin_profil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Des Wicklow#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hlinkClick r:id="rId3"/>
              </a:rPr>
              <a:t>PhD on English spelling</a:t>
            </a:r>
          </a:p>
          <a:p>
            <a:pPr lvl="0"/>
            <a:r>
              <a:rPr/>
              <a:t>English language teacher</a:t>
            </a:r>
          </a:p>
          <a:p>
            <a:pPr lvl="0"/>
            <a:r>
              <a:rPr/>
              <a:t>Former Engineer of the Irish Siri voices</a:t>
            </a:r>
          </a:p>
          <a:p>
            <a:pPr lvl="0"/>
            <a:r>
              <a:rPr/>
              <a:t>Travel writer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Tell me about yourself.</a:t>
            </a:r>
          </a:p>
          <a:p>
            <a:pPr lvl="0" indent="-342900" marL="342900">
              <a:buAutoNum startAt="2" type="arabicPeriod"/>
            </a:pPr>
            <a:r>
              <a:rPr/>
              <a:t>Why do you want to work here.</a:t>
            </a:r>
          </a:p>
          <a:p>
            <a:pPr lvl="0" indent="-342900" marL="342900">
              <a:buAutoNum startAt="2" type="arabicPeriod"/>
            </a:pPr>
            <a:r>
              <a:rPr/>
              <a:t>What are your strengths.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speak_native_smurfit</dc:title>
  <dc:creator/>
  <cp:keywords/>
  <dcterms:created xsi:type="dcterms:W3CDTF">2026-06-24T07:42:50Z</dcterms:created>
  <dcterms:modified xsi:type="dcterms:W3CDTF">2026-06-24T07:42:50Z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